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ablo Maya" userId="107c7a1a-cdcd-4d8b-b1bd-919fb3b56457" providerId="ADAL" clId="{8DAAE43A-B446-4FB5-89C3-E1E67FD1FD5D}"/>
    <pc:docChg chg="addSld modSld sldOrd">
      <pc:chgData name="Juan Pablo Maya" userId="107c7a1a-cdcd-4d8b-b1bd-919fb3b56457" providerId="ADAL" clId="{8DAAE43A-B446-4FB5-89C3-E1E67FD1FD5D}" dt="2026-09-26T04:20:46.999" v="41" actId="20577"/>
      <pc:docMkLst>
        <pc:docMk/>
      </pc:docMkLst>
      <pc:sldChg chg="ord">
        <pc:chgData name="Juan Pablo Maya" userId="107c7a1a-cdcd-4d8b-b1bd-919fb3b56457" providerId="ADAL" clId="{8DAAE43A-B446-4FB5-89C3-E1E67FD1FD5D}" dt="2026-09-26T04:19:47.981" v="29"/>
        <pc:sldMkLst>
          <pc:docMk/>
          <pc:sldMk cId="397303457" sldId="261"/>
        </pc:sldMkLst>
      </pc:sldChg>
      <pc:sldChg chg="addSp delSp modSp new mod">
        <pc:chgData name="Juan Pablo Maya" userId="107c7a1a-cdcd-4d8b-b1bd-919fb3b56457" providerId="ADAL" clId="{8DAAE43A-B446-4FB5-89C3-E1E67FD1FD5D}" dt="2026-09-26T04:17:56.328" v="14" actId="20577"/>
        <pc:sldMkLst>
          <pc:docMk/>
          <pc:sldMk cId="2803448862" sldId="262"/>
        </pc:sldMkLst>
        <pc:spChg chg="mod">
          <ac:chgData name="Juan Pablo Maya" userId="107c7a1a-cdcd-4d8b-b1bd-919fb3b56457" providerId="ADAL" clId="{8DAAE43A-B446-4FB5-89C3-E1E67FD1FD5D}" dt="2026-09-26T04:17:56.328" v="14" actId="20577"/>
          <ac:spMkLst>
            <pc:docMk/>
            <pc:sldMk cId="2803448862" sldId="262"/>
            <ac:spMk id="2" creationId="{5F6DD5E8-0B6E-AED1-556F-80E94E99676E}"/>
          </ac:spMkLst>
        </pc:spChg>
        <pc:spChg chg="del">
          <ac:chgData name="Juan Pablo Maya" userId="107c7a1a-cdcd-4d8b-b1bd-919fb3b56457" providerId="ADAL" clId="{8DAAE43A-B446-4FB5-89C3-E1E67FD1FD5D}" dt="2026-09-26T04:17:46.656" v="1" actId="22"/>
          <ac:spMkLst>
            <pc:docMk/>
            <pc:sldMk cId="2803448862" sldId="262"/>
            <ac:spMk id="3" creationId="{96B932F5-44A9-C601-1030-225E46DD91F7}"/>
          </ac:spMkLst>
        </pc:spChg>
        <pc:picChg chg="add mod ord">
          <ac:chgData name="Juan Pablo Maya" userId="107c7a1a-cdcd-4d8b-b1bd-919fb3b56457" providerId="ADAL" clId="{8DAAE43A-B446-4FB5-89C3-E1E67FD1FD5D}" dt="2026-09-26T04:17:46.656" v="1" actId="22"/>
          <ac:picMkLst>
            <pc:docMk/>
            <pc:sldMk cId="2803448862" sldId="262"/>
            <ac:picMk id="5" creationId="{96B193B4-CE04-2E2D-AABA-29911BAEE32A}"/>
          </ac:picMkLst>
        </pc:picChg>
      </pc:sldChg>
      <pc:sldChg chg="addSp delSp modSp new mod">
        <pc:chgData name="Juan Pablo Maya" userId="107c7a1a-cdcd-4d8b-b1bd-919fb3b56457" providerId="ADAL" clId="{8DAAE43A-B446-4FB5-89C3-E1E67FD1FD5D}" dt="2026-09-26T04:18:31.961" v="25" actId="20577"/>
        <pc:sldMkLst>
          <pc:docMk/>
          <pc:sldMk cId="3366269605" sldId="263"/>
        </pc:sldMkLst>
        <pc:spChg chg="mod">
          <ac:chgData name="Juan Pablo Maya" userId="107c7a1a-cdcd-4d8b-b1bd-919fb3b56457" providerId="ADAL" clId="{8DAAE43A-B446-4FB5-89C3-E1E67FD1FD5D}" dt="2026-09-26T04:18:31.961" v="25" actId="20577"/>
          <ac:spMkLst>
            <pc:docMk/>
            <pc:sldMk cId="3366269605" sldId="263"/>
            <ac:spMk id="2" creationId="{62F4763C-1940-FE52-9E4E-8F054AB65318}"/>
          </ac:spMkLst>
        </pc:spChg>
        <pc:spChg chg="del">
          <ac:chgData name="Juan Pablo Maya" userId="107c7a1a-cdcd-4d8b-b1bd-919fb3b56457" providerId="ADAL" clId="{8DAAE43A-B446-4FB5-89C3-E1E67FD1FD5D}" dt="2026-09-26T04:18:29.233" v="16" actId="22"/>
          <ac:spMkLst>
            <pc:docMk/>
            <pc:sldMk cId="3366269605" sldId="263"/>
            <ac:spMk id="3" creationId="{01FBA68E-F83A-0502-2E3A-398B1A48FC62}"/>
          </ac:spMkLst>
        </pc:spChg>
        <pc:picChg chg="add mod ord">
          <ac:chgData name="Juan Pablo Maya" userId="107c7a1a-cdcd-4d8b-b1bd-919fb3b56457" providerId="ADAL" clId="{8DAAE43A-B446-4FB5-89C3-E1E67FD1FD5D}" dt="2026-09-26T04:18:29.233" v="16" actId="22"/>
          <ac:picMkLst>
            <pc:docMk/>
            <pc:sldMk cId="3366269605" sldId="263"/>
            <ac:picMk id="5" creationId="{DF5A3F1E-78BD-3BF9-51D3-AF9928603A1B}"/>
          </ac:picMkLst>
        </pc:picChg>
      </pc:sldChg>
      <pc:sldChg chg="addSp delSp modSp new mod">
        <pc:chgData name="Juan Pablo Maya" userId="107c7a1a-cdcd-4d8b-b1bd-919fb3b56457" providerId="ADAL" clId="{8DAAE43A-B446-4FB5-89C3-E1E67FD1FD5D}" dt="2026-09-26T04:20:46.999" v="41" actId="20577"/>
        <pc:sldMkLst>
          <pc:docMk/>
          <pc:sldMk cId="3412930105" sldId="264"/>
        </pc:sldMkLst>
        <pc:spChg chg="mod">
          <ac:chgData name="Juan Pablo Maya" userId="107c7a1a-cdcd-4d8b-b1bd-919fb3b56457" providerId="ADAL" clId="{8DAAE43A-B446-4FB5-89C3-E1E67FD1FD5D}" dt="2026-09-26T04:20:46.999" v="41" actId="20577"/>
          <ac:spMkLst>
            <pc:docMk/>
            <pc:sldMk cId="3412930105" sldId="264"/>
            <ac:spMk id="2" creationId="{A730DF1E-C7A4-4A7C-88F0-B2A90B0AD78F}"/>
          </ac:spMkLst>
        </pc:spChg>
        <pc:spChg chg="del">
          <ac:chgData name="Juan Pablo Maya" userId="107c7a1a-cdcd-4d8b-b1bd-919fb3b56457" providerId="ADAL" clId="{8DAAE43A-B446-4FB5-89C3-E1E67FD1FD5D}" dt="2026-09-26T04:19:44.542" v="27" actId="22"/>
          <ac:spMkLst>
            <pc:docMk/>
            <pc:sldMk cId="3412930105" sldId="264"/>
            <ac:spMk id="3" creationId="{FB209147-1177-3446-9830-085CABD22A7C}"/>
          </ac:spMkLst>
        </pc:spChg>
        <pc:picChg chg="add mod ord">
          <ac:chgData name="Juan Pablo Maya" userId="107c7a1a-cdcd-4d8b-b1bd-919fb3b56457" providerId="ADAL" clId="{8DAAE43A-B446-4FB5-89C3-E1E67FD1FD5D}" dt="2026-09-26T04:19:44.542" v="27" actId="22"/>
          <ac:picMkLst>
            <pc:docMk/>
            <pc:sldMk cId="3412930105" sldId="264"/>
            <ac:picMk id="5" creationId="{9EDB2015-59A8-8212-4DD4-F9E437BAE4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4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5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2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2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4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1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6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4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8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BBF9FF-D8A6-4CAA-75F0-0C26545FF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420" y="1387927"/>
            <a:ext cx="321250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Proyecto 2</a:t>
            </a: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Pengwin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The radiologic figure of a skeleton">
            <a:extLst>
              <a:ext uri="{FF2B5EF4-FFF2-40B4-BE49-F238E27FC236}">
                <a16:creationId xmlns:a16="http://schemas.microsoft.com/office/drawing/2014/main" id="{AC9000BE-126C-A7C0-DA01-3EADA31B2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90" r="-1" b="-1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5037708-7692-1091-A93D-F5B78EAC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0420" y="3412998"/>
            <a:ext cx="3212502" cy="276736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Yesenia Diaz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Juan Pablo Maya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Cesar Reyes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3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43375-5F00-DEA4-6B4F-542BA6B0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Interpretación DATASET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3E07542-4905-2421-86DE-5D10E3855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434" y="1459164"/>
            <a:ext cx="10696870" cy="18016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1C4C59-8C06-261A-A17F-113450C1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34" y="4171385"/>
            <a:ext cx="6056297" cy="203863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E5B7C2B-97D5-46E3-8DBD-11B4DE760792}"/>
              </a:ext>
            </a:extLst>
          </p:cNvPr>
          <p:cNvSpPr txBox="1"/>
          <p:nvPr/>
        </p:nvSpPr>
        <p:spPr>
          <a:xfrm>
            <a:off x="6805534" y="4422098"/>
            <a:ext cx="358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Separación del fragmento (GT) </a:t>
            </a:r>
          </a:p>
        </p:txBody>
      </p:sp>
    </p:spTree>
    <p:extLst>
      <p:ext uri="{BB962C8B-B14F-4D97-AF65-F5344CB8AC3E}">
        <p14:creationId xmlns:p14="http://schemas.microsoft.com/office/powerpoint/2010/main" val="352402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DD5E8-0B6E-AED1-556F-80E94E99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Grafica 1.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6B193B4-CE04-2E2D-AABA-29911BAEE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2614107"/>
            <a:ext cx="10653713" cy="279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4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DDEE7-ACB8-260C-BD2A-3079E40D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Cortes Axiales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87A23A-AED6-512E-0323-5BE319A36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1457050"/>
            <a:ext cx="7337068" cy="485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5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4763C-1940-FE52-9E4E-8F054AB6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Grafica 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F5A3F1E-78BD-3BF9-51D3-AF9928603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2373374"/>
            <a:ext cx="10653713" cy="327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6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A6D5B-6858-BD11-4EBD-0959836F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Intensidad del hueso anotado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4B5EE90-E191-91C3-F0CE-B332E3FCF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2566866"/>
            <a:ext cx="10782724" cy="203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6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842B5-E8CE-1338-FB59-6AC8CCB8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División </a:t>
            </a:r>
            <a:r>
              <a:rPr lang="es-CO" dirty="0" err="1"/>
              <a:t>Dataset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A850C06-1588-3E9B-8557-0B89DF297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149" y="2547023"/>
            <a:ext cx="8401515" cy="22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2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0DF1E-C7A4-4A7C-88F0-B2A90B0A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Caso 001.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EDB2015-59A8-8212-4DD4-F9E437BAE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2591911"/>
            <a:ext cx="10653713" cy="28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EEACD-9534-2449-069D-D9EA1C61A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8" y="263827"/>
            <a:ext cx="10653578" cy="1132258"/>
          </a:xfrm>
        </p:spPr>
        <p:txBody>
          <a:bodyPr/>
          <a:lstStyle/>
          <a:p>
            <a:r>
              <a:rPr lang="es-CO" dirty="0"/>
              <a:t>Visualizador 1. </a:t>
            </a:r>
          </a:p>
        </p:txBody>
      </p:sp>
      <p:pic>
        <p:nvPicPr>
          <p:cNvPr id="4" name="20260926-0404-20.0006806">
            <a:hlinkClick r:id="" action="ppaction://media"/>
            <a:extLst>
              <a:ext uri="{FF2B5EF4-FFF2-40B4-BE49-F238E27FC236}">
                <a16:creationId xmlns:a16="http://schemas.microsoft.com/office/drawing/2014/main" id="{9A826E3F-D308-6109-9229-6F7521BC972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2616" y="1091801"/>
            <a:ext cx="8755843" cy="5651640"/>
          </a:xfrm>
        </p:spPr>
      </p:pic>
    </p:spTree>
    <p:extLst>
      <p:ext uri="{BB962C8B-B14F-4D97-AF65-F5344CB8AC3E}">
        <p14:creationId xmlns:p14="http://schemas.microsoft.com/office/powerpoint/2010/main" val="39730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</Words>
  <Application>Microsoft Office PowerPoint</Application>
  <PresentationFormat>Panorámica</PresentationFormat>
  <Paragraphs>13</Paragraphs>
  <Slides>9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VanillaVTI</vt:lpstr>
      <vt:lpstr>Proyecto 2: Pengwin</vt:lpstr>
      <vt:lpstr>Interpretación DATASET </vt:lpstr>
      <vt:lpstr>Grafica 1. </vt:lpstr>
      <vt:lpstr>Cortes Axiales</vt:lpstr>
      <vt:lpstr>Grafica 2</vt:lpstr>
      <vt:lpstr>Intensidad del hueso anotado</vt:lpstr>
      <vt:lpstr>División Dataset</vt:lpstr>
      <vt:lpstr>Caso 001. </vt:lpstr>
      <vt:lpstr>Visualizador 1.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Pablo Maya</dc:creator>
  <cp:lastModifiedBy>Juan Pablo Maya</cp:lastModifiedBy>
  <cp:revision>1</cp:revision>
  <dcterms:created xsi:type="dcterms:W3CDTF">2026-09-26T03:52:30Z</dcterms:created>
  <dcterms:modified xsi:type="dcterms:W3CDTF">2026-09-26T04:20:50Z</dcterms:modified>
</cp:coreProperties>
</file>